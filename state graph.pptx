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21599525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 Mike" userId="96d2ada0390381a8" providerId="LiveId" clId="{91F00067-D890-4DD8-9D55-94066A893A46}"/>
    <pc:docChg chg="undo redo custSel addSld modSld">
      <pc:chgData name="Liu Mike" userId="96d2ada0390381a8" providerId="LiveId" clId="{91F00067-D890-4DD8-9D55-94066A893A46}" dt="2025-11-19T13:22:15.938" v="1019"/>
      <pc:docMkLst>
        <pc:docMk/>
      </pc:docMkLst>
      <pc:sldChg chg="addSp delSp modSp mod">
        <pc:chgData name="Liu Mike" userId="96d2ada0390381a8" providerId="LiveId" clId="{91F00067-D890-4DD8-9D55-94066A893A46}" dt="2025-11-19T11:29:37.107" v="772" actId="20577"/>
        <pc:sldMkLst>
          <pc:docMk/>
          <pc:sldMk cId="1517480555" sldId="256"/>
        </pc:sldMkLst>
        <pc:spChg chg="mod">
          <ac:chgData name="Liu Mike" userId="96d2ada0390381a8" providerId="LiveId" clId="{91F00067-D890-4DD8-9D55-94066A893A46}" dt="2025-11-19T11:27:33.207" v="756" actId="20577"/>
          <ac:spMkLst>
            <pc:docMk/>
            <pc:sldMk cId="1517480555" sldId="256"/>
            <ac:spMk id="4" creationId="{46D39874-47D5-FA8B-64F8-0B2921BB90D6}"/>
          </ac:spMkLst>
        </pc:spChg>
        <pc:spChg chg="mod">
          <ac:chgData name="Liu Mike" userId="96d2ada0390381a8" providerId="LiveId" clId="{91F00067-D890-4DD8-9D55-94066A893A46}" dt="2025-11-19T09:46:38.750" v="619" actId="20577"/>
          <ac:spMkLst>
            <pc:docMk/>
            <pc:sldMk cId="1517480555" sldId="256"/>
            <ac:spMk id="6" creationId="{D5433F07-196A-72B0-17B6-B85E3114359B}"/>
          </ac:spMkLst>
        </pc:spChg>
        <pc:spChg chg="add del mod">
          <ac:chgData name="Liu Mike" userId="96d2ada0390381a8" providerId="LiveId" clId="{91F00067-D890-4DD8-9D55-94066A893A46}" dt="2025-11-19T09:40:12.653" v="566" actId="478"/>
          <ac:spMkLst>
            <pc:docMk/>
            <pc:sldMk cId="1517480555" sldId="256"/>
            <ac:spMk id="7" creationId="{61573B10-152B-315F-A1A2-A7363777DC40}"/>
          </ac:spMkLst>
        </pc:spChg>
        <pc:spChg chg="mod">
          <ac:chgData name="Liu Mike" userId="96d2ada0390381a8" providerId="LiveId" clId="{91F00067-D890-4DD8-9D55-94066A893A46}" dt="2025-11-19T09:40:48.542" v="574" actId="1076"/>
          <ac:spMkLst>
            <pc:docMk/>
            <pc:sldMk cId="1517480555" sldId="256"/>
            <ac:spMk id="8" creationId="{B6EBA95F-A619-9FC6-AE1B-F31266780154}"/>
          </ac:spMkLst>
        </pc:spChg>
        <pc:spChg chg="mod">
          <ac:chgData name="Liu Mike" userId="96d2ada0390381a8" providerId="LiveId" clId="{91F00067-D890-4DD8-9D55-94066A893A46}" dt="2025-11-19T09:46:44.138" v="624" actId="20577"/>
          <ac:spMkLst>
            <pc:docMk/>
            <pc:sldMk cId="1517480555" sldId="256"/>
            <ac:spMk id="19" creationId="{513369FB-AA08-F050-C0AF-C9A8A3C99ECA}"/>
          </ac:spMkLst>
        </pc:spChg>
        <pc:spChg chg="mod">
          <ac:chgData name="Liu Mike" userId="96d2ada0390381a8" providerId="LiveId" clId="{91F00067-D890-4DD8-9D55-94066A893A46}" dt="2025-11-19T09:45:45.872" v="614"/>
          <ac:spMkLst>
            <pc:docMk/>
            <pc:sldMk cId="1517480555" sldId="256"/>
            <ac:spMk id="20" creationId="{DB402F04-640B-B8EA-9552-77CE3A0EAD2F}"/>
          </ac:spMkLst>
        </pc:spChg>
        <pc:spChg chg="mod">
          <ac:chgData name="Liu Mike" userId="96d2ada0390381a8" providerId="LiveId" clId="{91F00067-D890-4DD8-9D55-94066A893A46}" dt="2025-11-19T11:27:23.279" v="751" actId="20577"/>
          <ac:spMkLst>
            <pc:docMk/>
            <pc:sldMk cId="1517480555" sldId="256"/>
            <ac:spMk id="21" creationId="{5373205D-AF67-87BF-22F9-93AD0A1BFAC5}"/>
          </ac:spMkLst>
        </pc:spChg>
        <pc:spChg chg="add del">
          <ac:chgData name="Liu Mike" userId="96d2ada0390381a8" providerId="LiveId" clId="{91F00067-D890-4DD8-9D55-94066A893A46}" dt="2025-11-19T07:37:39.186" v="13" actId="21"/>
          <ac:spMkLst>
            <pc:docMk/>
            <pc:sldMk cId="1517480555" sldId="256"/>
            <ac:spMk id="28" creationId="{C3B7EDE6-6032-3439-6750-3A95A2A345DB}"/>
          </ac:spMkLst>
        </pc:spChg>
        <pc:spChg chg="add del mod">
          <ac:chgData name="Liu Mike" userId="96d2ada0390381a8" providerId="LiveId" clId="{91F00067-D890-4DD8-9D55-94066A893A46}" dt="2025-11-19T07:39:32.296" v="42" actId="21"/>
          <ac:spMkLst>
            <pc:docMk/>
            <pc:sldMk cId="1517480555" sldId="256"/>
            <ac:spMk id="29" creationId="{0DD8347B-7032-84B1-C4CC-F9DFA93198B6}"/>
          </ac:spMkLst>
        </pc:spChg>
        <pc:spChg chg="add del mod">
          <ac:chgData name="Liu Mike" userId="96d2ada0390381a8" providerId="LiveId" clId="{91F00067-D890-4DD8-9D55-94066A893A46}" dt="2025-11-19T07:39:12.217" v="34" actId="21"/>
          <ac:spMkLst>
            <pc:docMk/>
            <pc:sldMk cId="1517480555" sldId="256"/>
            <ac:spMk id="30" creationId="{201CE765-ACE8-1A1F-74E7-F9F49079E71B}"/>
          </ac:spMkLst>
        </pc:spChg>
        <pc:spChg chg="add del mod">
          <ac:chgData name="Liu Mike" userId="96d2ada0390381a8" providerId="LiveId" clId="{91F00067-D890-4DD8-9D55-94066A893A46}" dt="2025-11-19T08:56:55.044" v="339" actId="21"/>
          <ac:spMkLst>
            <pc:docMk/>
            <pc:sldMk cId="1517480555" sldId="256"/>
            <ac:spMk id="31" creationId="{1E9796F6-3896-8B5F-E2D8-99C214B4B597}"/>
          </ac:spMkLst>
        </pc:spChg>
        <pc:spChg chg="add del mod">
          <ac:chgData name="Liu Mike" userId="96d2ada0390381a8" providerId="LiveId" clId="{91F00067-D890-4DD8-9D55-94066A893A46}" dt="2025-11-19T09:40:02.398" v="565" actId="478"/>
          <ac:spMkLst>
            <pc:docMk/>
            <pc:sldMk cId="1517480555" sldId="256"/>
            <ac:spMk id="32" creationId="{E67D5D63-A526-F6BB-B4E7-C794FC52FF46}"/>
          </ac:spMkLst>
        </pc:spChg>
        <pc:spChg chg="add del mod">
          <ac:chgData name="Liu Mike" userId="96d2ada0390381a8" providerId="LiveId" clId="{91F00067-D890-4DD8-9D55-94066A893A46}" dt="2025-11-19T09:40:12.653" v="566" actId="478"/>
          <ac:spMkLst>
            <pc:docMk/>
            <pc:sldMk cId="1517480555" sldId="256"/>
            <ac:spMk id="33" creationId="{15AB9603-198E-6ACB-7650-C7C6E888ACCB}"/>
          </ac:spMkLst>
        </pc:spChg>
        <pc:spChg chg="add del mod">
          <ac:chgData name="Liu Mike" userId="96d2ada0390381a8" providerId="LiveId" clId="{91F00067-D890-4DD8-9D55-94066A893A46}" dt="2025-11-19T09:34:44.660" v="507" actId="21"/>
          <ac:spMkLst>
            <pc:docMk/>
            <pc:sldMk cId="1517480555" sldId="256"/>
            <ac:spMk id="36" creationId="{CAAC93FD-654E-6688-2037-1C26CA62ABC5}"/>
          </ac:spMkLst>
        </pc:spChg>
        <pc:spChg chg="add del mod">
          <ac:chgData name="Liu Mike" userId="96d2ada0390381a8" providerId="LiveId" clId="{91F00067-D890-4DD8-9D55-94066A893A46}" dt="2025-11-19T08:57:01.843" v="341" actId="21"/>
          <ac:spMkLst>
            <pc:docMk/>
            <pc:sldMk cId="1517480555" sldId="256"/>
            <ac:spMk id="41" creationId="{65FDE58D-395E-E3C1-6840-F080E0DBDC8F}"/>
          </ac:spMkLst>
        </pc:spChg>
        <pc:spChg chg="add del mod">
          <ac:chgData name="Liu Mike" userId="96d2ada0390381a8" providerId="LiveId" clId="{91F00067-D890-4DD8-9D55-94066A893A46}" dt="2025-11-19T09:40:02.398" v="565" actId="478"/>
          <ac:spMkLst>
            <pc:docMk/>
            <pc:sldMk cId="1517480555" sldId="256"/>
            <ac:spMk id="42" creationId="{03282279-2A30-320A-0BAA-5CD287259597}"/>
          </ac:spMkLst>
        </pc:spChg>
        <pc:spChg chg="add del mod">
          <ac:chgData name="Liu Mike" userId="96d2ada0390381a8" providerId="LiveId" clId="{91F00067-D890-4DD8-9D55-94066A893A46}" dt="2025-11-19T09:40:12.653" v="566" actId="478"/>
          <ac:spMkLst>
            <pc:docMk/>
            <pc:sldMk cId="1517480555" sldId="256"/>
            <ac:spMk id="44" creationId="{57302045-2166-B096-8FCB-1A66FB452978}"/>
          </ac:spMkLst>
        </pc:spChg>
        <pc:spChg chg="add del mod">
          <ac:chgData name="Liu Mike" userId="96d2ada0390381a8" providerId="LiveId" clId="{91F00067-D890-4DD8-9D55-94066A893A46}" dt="2025-11-19T09:43:03.056" v="578" actId="21"/>
          <ac:spMkLst>
            <pc:docMk/>
            <pc:sldMk cId="1517480555" sldId="256"/>
            <ac:spMk id="45" creationId="{FCBBB81F-EE65-276F-EDC3-6839F9C1545B}"/>
          </ac:spMkLst>
        </pc:spChg>
        <pc:spChg chg="add del">
          <ac:chgData name="Liu Mike" userId="96d2ada0390381a8" providerId="LiveId" clId="{91F00067-D890-4DD8-9D55-94066A893A46}" dt="2025-11-19T09:39:57.529" v="564" actId="21"/>
          <ac:spMkLst>
            <pc:docMk/>
            <pc:sldMk cId="1517480555" sldId="256"/>
            <ac:spMk id="50" creationId="{052863A6-5482-D55E-D2F7-C4A57804D5F5}"/>
          </ac:spMkLst>
        </pc:spChg>
        <pc:spChg chg="add mod">
          <ac:chgData name="Liu Mike" userId="96d2ada0390381a8" providerId="LiveId" clId="{91F00067-D890-4DD8-9D55-94066A893A46}" dt="2025-11-19T09:44:28.341" v="596" actId="1582"/>
          <ac:spMkLst>
            <pc:docMk/>
            <pc:sldMk cId="1517480555" sldId="256"/>
            <ac:spMk id="54" creationId="{8F1E8E97-C93A-CE72-5ACD-1EC48F0F43C3}"/>
          </ac:spMkLst>
        </pc:spChg>
        <pc:spChg chg="add mod">
          <ac:chgData name="Liu Mike" userId="96d2ada0390381a8" providerId="LiveId" clId="{91F00067-D890-4DD8-9D55-94066A893A46}" dt="2025-11-19T09:45:06.958" v="609" actId="20577"/>
          <ac:spMkLst>
            <pc:docMk/>
            <pc:sldMk cId="1517480555" sldId="256"/>
            <ac:spMk id="55" creationId="{65FDE05F-745A-FF52-3BB0-C5C45982D3C8}"/>
          </ac:spMkLst>
        </pc:spChg>
        <pc:spChg chg="add mod">
          <ac:chgData name="Liu Mike" userId="96d2ada0390381a8" providerId="LiveId" clId="{91F00067-D890-4DD8-9D55-94066A893A46}" dt="2025-11-19T11:29:16.064" v="762" actId="1076"/>
          <ac:spMkLst>
            <pc:docMk/>
            <pc:sldMk cId="1517480555" sldId="256"/>
            <ac:spMk id="57" creationId="{7D2F373E-C455-46C4-1295-1CEF8ACCC40D}"/>
          </ac:spMkLst>
        </pc:spChg>
        <pc:spChg chg="add mod">
          <ac:chgData name="Liu Mike" userId="96d2ada0390381a8" providerId="LiveId" clId="{91F00067-D890-4DD8-9D55-94066A893A46}" dt="2025-11-19T11:29:37.107" v="772" actId="20577"/>
          <ac:spMkLst>
            <pc:docMk/>
            <pc:sldMk cId="1517480555" sldId="256"/>
            <ac:spMk id="58" creationId="{A082320A-D013-2FDE-4D58-CEAE4A82AFF2}"/>
          </ac:spMkLst>
        </pc:spChg>
        <pc:spChg chg="add mod">
          <ac:chgData name="Liu Mike" userId="96d2ada0390381a8" providerId="LiveId" clId="{91F00067-D890-4DD8-9D55-94066A893A46}" dt="2025-11-19T11:29:36.228" v="770" actId="20577"/>
          <ac:spMkLst>
            <pc:docMk/>
            <pc:sldMk cId="1517480555" sldId="256"/>
            <ac:spMk id="59" creationId="{43E8E64E-D572-5FF2-286B-C211B1F2546B}"/>
          </ac:spMkLst>
        </pc:spChg>
        <pc:spChg chg="add mod ord">
          <ac:chgData name="Liu Mike" userId="96d2ada0390381a8" providerId="LiveId" clId="{91F00067-D890-4DD8-9D55-94066A893A46}" dt="2025-11-19T11:29:18.877" v="764" actId="1076"/>
          <ac:spMkLst>
            <pc:docMk/>
            <pc:sldMk cId="1517480555" sldId="256"/>
            <ac:spMk id="60" creationId="{DC2D6BDE-A4CC-8C23-3717-181EF683EF69}"/>
          </ac:spMkLst>
        </pc:spChg>
        <pc:graphicFrameChg chg="add mod modGraphic">
          <ac:chgData name="Liu Mike" userId="96d2ada0390381a8" providerId="LiveId" clId="{91F00067-D890-4DD8-9D55-94066A893A46}" dt="2025-11-19T09:32:39.186" v="503" actId="2165"/>
          <ac:graphicFrameMkLst>
            <pc:docMk/>
            <pc:sldMk cId="1517480555" sldId="256"/>
            <ac:graphicFrameMk id="34" creationId="{B85F0B2E-7A82-D861-BB9D-6207FCF8B44D}"/>
          </ac:graphicFrameMkLst>
        </pc:graphicFrameChg>
        <pc:graphicFrameChg chg="add mod modGraphic">
          <ac:chgData name="Liu Mike" userId="96d2ada0390381a8" providerId="LiveId" clId="{91F00067-D890-4DD8-9D55-94066A893A46}" dt="2025-11-19T11:26:56.004" v="739" actId="14734"/>
          <ac:graphicFrameMkLst>
            <pc:docMk/>
            <pc:sldMk cId="1517480555" sldId="256"/>
            <ac:graphicFrameMk id="35" creationId="{B461EA2E-98D2-1E30-00E0-F18D863ACF62}"/>
          </ac:graphicFrameMkLst>
        </pc:graphicFrameChg>
        <pc:cxnChg chg="mod">
          <ac:chgData name="Liu Mike" userId="96d2ada0390381a8" providerId="LiveId" clId="{91F00067-D890-4DD8-9D55-94066A893A46}" dt="2025-11-19T08:58:52.177" v="345" actId="1076"/>
          <ac:cxnSpMkLst>
            <pc:docMk/>
            <pc:sldMk cId="1517480555" sldId="256"/>
            <ac:cxnSpMk id="11" creationId="{2CE3B1EB-3F42-A78D-08AF-F459F97C2A6B}"/>
          </ac:cxnSpMkLst>
        </pc:cxnChg>
        <pc:cxnChg chg="add del mod">
          <ac:chgData name="Liu Mike" userId="96d2ada0390381a8" providerId="LiveId" clId="{91F00067-D890-4DD8-9D55-94066A893A46}" dt="2025-11-19T09:40:12.653" v="566" actId="478"/>
          <ac:cxnSpMkLst>
            <pc:docMk/>
            <pc:sldMk cId="1517480555" sldId="256"/>
            <ac:cxnSpMk id="13" creationId="{92FAA495-02AD-3161-5F00-1088B6A2B65E}"/>
          </ac:cxnSpMkLst>
        </pc:cxnChg>
        <pc:cxnChg chg="add del mod">
          <ac:chgData name="Liu Mike" userId="96d2ada0390381a8" providerId="LiveId" clId="{91F00067-D890-4DD8-9D55-94066A893A46}" dt="2025-11-19T09:40:12.653" v="566" actId="478"/>
          <ac:cxnSpMkLst>
            <pc:docMk/>
            <pc:sldMk cId="1517480555" sldId="256"/>
            <ac:cxnSpMk id="16" creationId="{A7AB8E7D-11A0-B386-2DB4-1B0C4982EEE1}"/>
          </ac:cxnSpMkLst>
        </pc:cxnChg>
        <pc:cxnChg chg="mod">
          <ac:chgData name="Liu Mike" userId="96d2ada0390381a8" providerId="LiveId" clId="{91F00067-D890-4DD8-9D55-94066A893A46}" dt="2025-11-19T09:40:53.556" v="576" actId="14100"/>
          <ac:cxnSpMkLst>
            <pc:docMk/>
            <pc:sldMk cId="1517480555" sldId="256"/>
            <ac:cxnSpMk id="22" creationId="{F62B67D1-B4F5-3852-EC56-C996401531DC}"/>
          </ac:cxnSpMkLst>
        </pc:cxnChg>
        <pc:cxnChg chg="mod">
          <ac:chgData name="Liu Mike" userId="96d2ada0390381a8" providerId="LiveId" clId="{91F00067-D890-4DD8-9D55-94066A893A46}" dt="2025-11-19T09:40:48.542" v="574" actId="1076"/>
          <ac:cxnSpMkLst>
            <pc:docMk/>
            <pc:sldMk cId="1517480555" sldId="256"/>
            <ac:cxnSpMk id="23" creationId="{287A058E-DB1D-E76C-669A-18582A9B0AAC}"/>
          </ac:cxnSpMkLst>
        </pc:cxnChg>
        <pc:cxnChg chg="mod">
          <ac:chgData name="Liu Mike" userId="96d2ada0390381a8" providerId="LiveId" clId="{91F00067-D890-4DD8-9D55-94066A893A46}" dt="2025-11-19T09:40:48.542" v="574" actId="1076"/>
          <ac:cxnSpMkLst>
            <pc:docMk/>
            <pc:sldMk cId="1517480555" sldId="256"/>
            <ac:cxnSpMk id="24" creationId="{8CCD2707-6207-489D-BB52-569CDED1B8B2}"/>
          </ac:cxnSpMkLst>
        </pc:cxnChg>
        <pc:cxnChg chg="add del mod">
          <ac:chgData name="Liu Mike" userId="96d2ada0390381a8" providerId="LiveId" clId="{91F00067-D890-4DD8-9D55-94066A893A46}" dt="2025-11-19T09:40:02.398" v="565" actId="478"/>
          <ac:cxnSpMkLst>
            <pc:docMk/>
            <pc:sldMk cId="1517480555" sldId="256"/>
            <ac:cxnSpMk id="37" creationId="{F25C4AF7-9A21-852C-4DAC-339D43D6E2EC}"/>
          </ac:cxnSpMkLst>
        </pc:cxnChg>
        <pc:cxnChg chg="add del mod">
          <ac:chgData name="Liu Mike" userId="96d2ada0390381a8" providerId="LiveId" clId="{91F00067-D890-4DD8-9D55-94066A893A46}" dt="2025-11-19T09:40:02.398" v="565" actId="478"/>
          <ac:cxnSpMkLst>
            <pc:docMk/>
            <pc:sldMk cId="1517480555" sldId="256"/>
            <ac:cxnSpMk id="40" creationId="{0BE1DF95-8A50-9A8D-3F76-69961F729B30}"/>
          </ac:cxnSpMkLst>
        </pc:cxnChg>
        <pc:cxnChg chg="add del mod">
          <ac:chgData name="Liu Mike" userId="96d2ada0390381a8" providerId="LiveId" clId="{91F00067-D890-4DD8-9D55-94066A893A46}" dt="2025-11-19T09:40:12.653" v="566" actId="478"/>
          <ac:cxnSpMkLst>
            <pc:docMk/>
            <pc:sldMk cId="1517480555" sldId="256"/>
            <ac:cxnSpMk id="43" creationId="{B91F8ACE-5BC0-D849-BC65-E5A57ED9DC18}"/>
          </ac:cxnSpMkLst>
        </pc:cxnChg>
        <pc:cxnChg chg="add del mod">
          <ac:chgData name="Liu Mike" userId="96d2ada0390381a8" providerId="LiveId" clId="{91F00067-D890-4DD8-9D55-94066A893A46}" dt="2025-11-19T09:39:46.192" v="561" actId="21"/>
          <ac:cxnSpMkLst>
            <pc:docMk/>
            <pc:sldMk cId="1517480555" sldId="256"/>
            <ac:cxnSpMk id="47" creationId="{85C281D1-E97F-5FD7-6982-4AB5E0B7852C}"/>
          </ac:cxnSpMkLst>
        </pc:cxnChg>
        <pc:cxnChg chg="add mod">
          <ac:chgData name="Liu Mike" userId="96d2ada0390381a8" providerId="LiveId" clId="{91F00067-D890-4DD8-9D55-94066A893A46}" dt="2025-11-19T09:45:27.426" v="610" actId="1076"/>
          <ac:cxnSpMkLst>
            <pc:docMk/>
            <pc:sldMk cId="1517480555" sldId="256"/>
            <ac:cxnSpMk id="51" creationId="{D8F6B508-F727-8EDA-8952-CEC910567F97}"/>
          </ac:cxnSpMkLst>
        </pc:cxnChg>
        <pc:cxnChg chg="add mod">
          <ac:chgData name="Liu Mike" userId="96d2ada0390381a8" providerId="LiveId" clId="{91F00067-D890-4DD8-9D55-94066A893A46}" dt="2025-11-19T09:45:37.633" v="613" actId="1076"/>
          <ac:cxnSpMkLst>
            <pc:docMk/>
            <pc:sldMk cId="1517480555" sldId="256"/>
            <ac:cxnSpMk id="56" creationId="{0B3397BF-0C36-2328-DE2F-C47C91DA15E0}"/>
          </ac:cxnSpMkLst>
        </pc:cxnChg>
      </pc:sldChg>
      <pc:sldChg chg="addSp delSp modSp add mod">
        <pc:chgData name="Liu Mike" userId="96d2ada0390381a8" providerId="LiveId" clId="{91F00067-D890-4DD8-9D55-94066A893A46}" dt="2025-11-19T13:22:15.938" v="1019"/>
        <pc:sldMkLst>
          <pc:docMk/>
          <pc:sldMk cId="1188296041" sldId="257"/>
        </pc:sldMkLst>
        <pc:spChg chg="add mod">
          <ac:chgData name="Liu Mike" userId="96d2ada0390381a8" providerId="LiveId" clId="{91F00067-D890-4DD8-9D55-94066A893A46}" dt="2025-11-19T12:16:44.713" v="845" actId="1076"/>
          <ac:spMkLst>
            <pc:docMk/>
            <pc:sldMk cId="1188296041" sldId="257"/>
            <ac:spMk id="2" creationId="{01347EC3-854B-3C65-6C88-BA1A16C266EB}"/>
          </ac:spMkLst>
        </pc:spChg>
        <pc:spChg chg="mod">
          <ac:chgData name="Liu Mike" userId="96d2ada0390381a8" providerId="LiveId" clId="{91F00067-D890-4DD8-9D55-94066A893A46}" dt="2025-11-19T12:54:38.049" v="999" actId="20577"/>
          <ac:spMkLst>
            <pc:docMk/>
            <pc:sldMk cId="1188296041" sldId="257"/>
            <ac:spMk id="4" creationId="{46D39874-47D5-FA8B-64F8-0B2921BB90D6}"/>
          </ac:spMkLst>
        </pc:spChg>
        <pc:spChg chg="mod">
          <ac:chgData name="Liu Mike" userId="96d2ada0390381a8" providerId="LiveId" clId="{91F00067-D890-4DD8-9D55-94066A893A46}" dt="2025-11-19T12:54:35.203" v="996" actId="114"/>
          <ac:spMkLst>
            <pc:docMk/>
            <pc:sldMk cId="1188296041" sldId="257"/>
            <ac:spMk id="6" creationId="{D5433F07-196A-72B0-17B6-B85E3114359B}"/>
          </ac:spMkLst>
        </pc:spChg>
        <pc:spChg chg="add del mod">
          <ac:chgData name="Liu Mike" userId="96d2ada0390381a8" providerId="LiveId" clId="{91F00067-D890-4DD8-9D55-94066A893A46}" dt="2025-11-19T12:53:48.576" v="984" actId="478"/>
          <ac:spMkLst>
            <pc:docMk/>
            <pc:sldMk cId="1188296041" sldId="257"/>
            <ac:spMk id="7" creationId="{29C733EC-8715-1F3E-AC9B-01BFC33B70A6}"/>
          </ac:spMkLst>
        </pc:spChg>
        <pc:spChg chg="mod">
          <ac:chgData name="Liu Mike" userId="96d2ada0390381a8" providerId="LiveId" clId="{91F00067-D890-4DD8-9D55-94066A893A46}" dt="2025-11-19T12:54:27.169" v="988" actId="20577"/>
          <ac:spMkLst>
            <pc:docMk/>
            <pc:sldMk cId="1188296041" sldId="257"/>
            <ac:spMk id="8" creationId="{B6EBA95F-A619-9FC6-AE1B-F31266780154}"/>
          </ac:spMkLst>
        </pc:spChg>
        <pc:spChg chg="add mod">
          <ac:chgData name="Liu Mike" userId="96d2ada0390381a8" providerId="LiveId" clId="{91F00067-D890-4DD8-9D55-94066A893A46}" dt="2025-11-19T12:54:39.595" v="1002" actId="20577"/>
          <ac:spMkLst>
            <pc:docMk/>
            <pc:sldMk cId="1188296041" sldId="257"/>
            <ac:spMk id="9" creationId="{A5498E78-F6B6-D206-EF43-A629544440B7}"/>
          </ac:spMkLst>
        </pc:spChg>
        <pc:spChg chg="add mod">
          <ac:chgData name="Liu Mike" userId="96d2ada0390381a8" providerId="LiveId" clId="{91F00067-D890-4DD8-9D55-94066A893A46}" dt="2025-11-19T12:23:43.795" v="926" actId="20577"/>
          <ac:spMkLst>
            <pc:docMk/>
            <pc:sldMk cId="1188296041" sldId="257"/>
            <ac:spMk id="16" creationId="{706C1817-A152-AE4F-5694-228BEC802D53}"/>
          </ac:spMkLst>
        </pc:spChg>
        <pc:spChg chg="add mod">
          <ac:chgData name="Liu Mike" userId="96d2ada0390381a8" providerId="LiveId" clId="{91F00067-D890-4DD8-9D55-94066A893A46}" dt="2025-11-19T12:22:37.307" v="906" actId="20577"/>
          <ac:spMkLst>
            <pc:docMk/>
            <pc:sldMk cId="1188296041" sldId="257"/>
            <ac:spMk id="17" creationId="{A5ECCDE9-BEDD-1577-1C4D-1F6566563B0A}"/>
          </ac:spMkLst>
        </pc:spChg>
        <pc:spChg chg="mod">
          <ac:chgData name="Liu Mike" userId="96d2ada0390381a8" providerId="LiveId" clId="{91F00067-D890-4DD8-9D55-94066A893A46}" dt="2025-11-19T12:54:45.002" v="1005" actId="20577"/>
          <ac:spMkLst>
            <pc:docMk/>
            <pc:sldMk cId="1188296041" sldId="257"/>
            <ac:spMk id="19" creationId="{513369FB-AA08-F050-C0AF-C9A8A3C99ECA}"/>
          </ac:spMkLst>
        </pc:spChg>
        <pc:spChg chg="mod">
          <ac:chgData name="Liu Mike" userId="96d2ada0390381a8" providerId="LiveId" clId="{91F00067-D890-4DD8-9D55-94066A893A46}" dt="2025-11-19T12:19:40.495" v="876" actId="1076"/>
          <ac:spMkLst>
            <pc:docMk/>
            <pc:sldMk cId="1188296041" sldId="257"/>
            <ac:spMk id="20" creationId="{DB402F04-640B-B8EA-9552-77CE3A0EAD2F}"/>
          </ac:spMkLst>
        </pc:spChg>
        <pc:spChg chg="del mod">
          <ac:chgData name="Liu Mike" userId="96d2ada0390381a8" providerId="LiveId" clId="{91F00067-D890-4DD8-9D55-94066A893A46}" dt="2025-11-19T12:53:48.576" v="984" actId="478"/>
          <ac:spMkLst>
            <pc:docMk/>
            <pc:sldMk cId="1188296041" sldId="257"/>
            <ac:spMk id="21" creationId="{5373205D-AF67-87BF-22F9-93AD0A1BFAC5}"/>
          </ac:spMkLst>
        </pc:spChg>
        <pc:spChg chg="add mod">
          <ac:chgData name="Liu Mike" userId="96d2ada0390381a8" providerId="LiveId" clId="{91F00067-D890-4DD8-9D55-94066A893A46}" dt="2025-11-19T12:20:57.645" v="890" actId="20577"/>
          <ac:spMkLst>
            <pc:docMk/>
            <pc:sldMk cId="1188296041" sldId="257"/>
            <ac:spMk id="29" creationId="{A23D0B75-410C-65F0-0A29-29A815FD6DF6}"/>
          </ac:spMkLst>
        </pc:spChg>
        <pc:spChg chg="mod">
          <ac:chgData name="Liu Mike" userId="96d2ada0390381a8" providerId="LiveId" clId="{91F00067-D890-4DD8-9D55-94066A893A46}" dt="2025-11-19T12:16:44.713" v="845" actId="1076"/>
          <ac:spMkLst>
            <pc:docMk/>
            <pc:sldMk cId="1188296041" sldId="257"/>
            <ac:spMk id="54" creationId="{8F1E8E97-C93A-CE72-5ACD-1EC48F0F43C3}"/>
          </ac:spMkLst>
        </pc:spChg>
        <pc:spChg chg="mod">
          <ac:chgData name="Liu Mike" userId="96d2ada0390381a8" providerId="LiveId" clId="{91F00067-D890-4DD8-9D55-94066A893A46}" dt="2025-11-19T12:16:44.713" v="845" actId="1076"/>
          <ac:spMkLst>
            <pc:docMk/>
            <pc:sldMk cId="1188296041" sldId="257"/>
            <ac:spMk id="55" creationId="{65FDE05F-745A-FF52-3BB0-C5C45982D3C8}"/>
          </ac:spMkLst>
        </pc:spChg>
        <pc:spChg chg="mod">
          <ac:chgData name="Liu Mike" userId="96d2ada0390381a8" providerId="LiveId" clId="{91F00067-D890-4DD8-9D55-94066A893A46}" dt="2025-11-19T12:23:40.051" v="921" actId="20577"/>
          <ac:spMkLst>
            <pc:docMk/>
            <pc:sldMk cId="1188296041" sldId="257"/>
            <ac:spMk id="57" creationId="{7D2F373E-C455-46C4-1295-1CEF8ACCC40D}"/>
          </ac:spMkLst>
        </pc:spChg>
        <pc:spChg chg="mod">
          <ac:chgData name="Liu Mike" userId="96d2ada0390381a8" providerId="LiveId" clId="{91F00067-D890-4DD8-9D55-94066A893A46}" dt="2025-11-19T12:16:44.713" v="845" actId="1076"/>
          <ac:spMkLst>
            <pc:docMk/>
            <pc:sldMk cId="1188296041" sldId="257"/>
            <ac:spMk id="58" creationId="{A082320A-D013-2FDE-4D58-CEAE4A82AFF2}"/>
          </ac:spMkLst>
        </pc:spChg>
        <pc:spChg chg="del mod">
          <ac:chgData name="Liu Mike" userId="96d2ada0390381a8" providerId="LiveId" clId="{91F00067-D890-4DD8-9D55-94066A893A46}" dt="2025-11-19T12:18:52.119" v="870" actId="21"/>
          <ac:spMkLst>
            <pc:docMk/>
            <pc:sldMk cId="1188296041" sldId="257"/>
            <ac:spMk id="59" creationId="{43E8E64E-D572-5FF2-286B-C211B1F2546B}"/>
          </ac:spMkLst>
        </pc:spChg>
        <pc:spChg chg="mod">
          <ac:chgData name="Liu Mike" userId="96d2ada0390381a8" providerId="LiveId" clId="{91F00067-D890-4DD8-9D55-94066A893A46}" dt="2025-11-19T12:16:44.713" v="845" actId="1076"/>
          <ac:spMkLst>
            <pc:docMk/>
            <pc:sldMk cId="1188296041" sldId="257"/>
            <ac:spMk id="60" creationId="{DC2D6BDE-A4CC-8C23-3717-181EF683EF69}"/>
          </ac:spMkLst>
        </pc:spChg>
        <pc:graphicFrameChg chg="mod modGraphic">
          <ac:chgData name="Liu Mike" userId="96d2ada0390381a8" providerId="LiveId" clId="{91F00067-D890-4DD8-9D55-94066A893A46}" dt="2025-11-19T13:22:15.938" v="1019"/>
          <ac:graphicFrameMkLst>
            <pc:docMk/>
            <pc:sldMk cId="1188296041" sldId="257"/>
            <ac:graphicFrameMk id="34" creationId="{B85F0B2E-7A82-D861-BB9D-6207FCF8B44D}"/>
          </ac:graphicFrameMkLst>
        </pc:graphicFrameChg>
        <pc:graphicFrameChg chg="mod modGraphic">
          <ac:chgData name="Liu Mike" userId="96d2ada0390381a8" providerId="LiveId" clId="{91F00067-D890-4DD8-9D55-94066A893A46}" dt="2025-11-19T12:53:55.760" v="985" actId="2165"/>
          <ac:graphicFrameMkLst>
            <pc:docMk/>
            <pc:sldMk cId="1188296041" sldId="257"/>
            <ac:graphicFrameMk id="35" creationId="{B461EA2E-98D2-1E30-00E0-F18D863ACF62}"/>
          </ac:graphicFrameMkLst>
        </pc:graphicFrameChg>
        <pc:cxnChg chg="add mod">
          <ac:chgData name="Liu Mike" userId="96d2ada0390381a8" providerId="LiveId" clId="{91F00067-D890-4DD8-9D55-94066A893A46}" dt="2025-11-19T12:16:44.713" v="845" actId="1076"/>
          <ac:cxnSpMkLst>
            <pc:docMk/>
            <pc:sldMk cId="1188296041" sldId="257"/>
            <ac:cxnSpMk id="3" creationId="{F431D74E-8BCD-2001-9F68-F85168CCEDF4}"/>
          </ac:cxnSpMkLst>
        </pc:cxnChg>
        <pc:cxnChg chg="add del mod">
          <ac:chgData name="Liu Mike" userId="96d2ada0390381a8" providerId="LiveId" clId="{91F00067-D890-4DD8-9D55-94066A893A46}" dt="2025-11-19T12:19:20.774" v="874" actId="21"/>
          <ac:cxnSpMkLst>
            <pc:docMk/>
            <pc:sldMk cId="1188296041" sldId="257"/>
            <ac:cxnSpMk id="10" creationId="{06B77D58-9A47-1292-CF5F-545D7BAE01A2}"/>
          </ac:cxnSpMkLst>
        </pc:cxnChg>
        <pc:cxnChg chg="mod">
          <ac:chgData name="Liu Mike" userId="96d2ada0390381a8" providerId="LiveId" clId="{91F00067-D890-4DD8-9D55-94066A893A46}" dt="2025-11-19T12:16:44.713" v="845" actId="1076"/>
          <ac:cxnSpMkLst>
            <pc:docMk/>
            <pc:sldMk cId="1188296041" sldId="257"/>
            <ac:cxnSpMk id="11" creationId="{2CE3B1EB-3F42-A78D-08AF-F459F97C2A6B}"/>
          </ac:cxnSpMkLst>
        </pc:cxnChg>
        <pc:cxnChg chg="add del mod">
          <ac:chgData name="Liu Mike" userId="96d2ada0390381a8" providerId="LiveId" clId="{91F00067-D890-4DD8-9D55-94066A893A46}" dt="2025-11-19T12:18:29.837" v="866" actId="21"/>
          <ac:cxnSpMkLst>
            <pc:docMk/>
            <pc:sldMk cId="1188296041" sldId="257"/>
            <ac:cxnSpMk id="13" creationId="{95474DC1-26F6-8298-55DC-2936A9A11C14}"/>
          </ac:cxnSpMkLst>
        </pc:cxnChg>
        <pc:cxnChg chg="add mod">
          <ac:chgData name="Liu Mike" userId="96d2ada0390381a8" providerId="LiveId" clId="{91F00067-D890-4DD8-9D55-94066A893A46}" dt="2025-11-19T12:19:40.495" v="876" actId="1076"/>
          <ac:cxnSpMkLst>
            <pc:docMk/>
            <pc:sldMk cId="1188296041" sldId="257"/>
            <ac:cxnSpMk id="14" creationId="{092357F1-14B9-6707-9CFA-7CDEA8F7F130}"/>
          </ac:cxnSpMkLst>
        </pc:cxnChg>
        <pc:cxnChg chg="add mod">
          <ac:chgData name="Liu Mike" userId="96d2ada0390381a8" providerId="LiveId" clId="{91F00067-D890-4DD8-9D55-94066A893A46}" dt="2025-11-19T12:19:40.495" v="876" actId="1076"/>
          <ac:cxnSpMkLst>
            <pc:docMk/>
            <pc:sldMk cId="1188296041" sldId="257"/>
            <ac:cxnSpMk id="15" creationId="{BD52451C-A56C-741B-92DE-1581FC0C4C04}"/>
          </ac:cxnSpMkLst>
        </pc:cxnChg>
        <pc:cxnChg chg="del mod">
          <ac:chgData name="Liu Mike" userId="96d2ada0390381a8" providerId="LiveId" clId="{91F00067-D890-4DD8-9D55-94066A893A46}" dt="2025-11-19T12:18:06.895" v="862" actId="21"/>
          <ac:cxnSpMkLst>
            <pc:docMk/>
            <pc:sldMk cId="1188296041" sldId="257"/>
            <ac:cxnSpMk id="22" creationId="{F62B67D1-B4F5-3852-EC56-C996401531DC}"/>
          </ac:cxnSpMkLst>
        </pc:cxnChg>
        <pc:cxnChg chg="del mod">
          <ac:chgData name="Liu Mike" userId="96d2ada0390381a8" providerId="LiveId" clId="{91F00067-D890-4DD8-9D55-94066A893A46}" dt="2025-11-19T12:53:48.576" v="984" actId="478"/>
          <ac:cxnSpMkLst>
            <pc:docMk/>
            <pc:sldMk cId="1188296041" sldId="257"/>
            <ac:cxnSpMk id="23" creationId="{287A058E-DB1D-E76C-669A-18582A9B0AAC}"/>
          </ac:cxnSpMkLst>
        </pc:cxnChg>
        <pc:cxnChg chg="mod">
          <ac:chgData name="Liu Mike" userId="96d2ada0390381a8" providerId="LiveId" clId="{91F00067-D890-4DD8-9D55-94066A893A46}" dt="2025-11-19T12:19:40.495" v="876" actId="1076"/>
          <ac:cxnSpMkLst>
            <pc:docMk/>
            <pc:sldMk cId="1188296041" sldId="257"/>
            <ac:cxnSpMk id="24" creationId="{8CCD2707-6207-489D-BB52-569CDED1B8B2}"/>
          </ac:cxnSpMkLst>
        </pc:cxnChg>
        <pc:cxnChg chg="add mod">
          <ac:chgData name="Liu Mike" userId="96d2ada0390381a8" providerId="LiveId" clId="{91F00067-D890-4DD8-9D55-94066A893A46}" dt="2025-11-19T12:20:16.445" v="881" actId="14100"/>
          <ac:cxnSpMkLst>
            <pc:docMk/>
            <pc:sldMk cId="1188296041" sldId="257"/>
            <ac:cxnSpMk id="26" creationId="{D7A08B54-1918-461D-DBC4-41C1EDE9E362}"/>
          </ac:cxnSpMkLst>
        </pc:cxnChg>
        <pc:cxnChg chg="mod">
          <ac:chgData name="Liu Mike" userId="96d2ada0390381a8" providerId="LiveId" clId="{91F00067-D890-4DD8-9D55-94066A893A46}" dt="2025-11-19T12:16:44.713" v="845" actId="1076"/>
          <ac:cxnSpMkLst>
            <pc:docMk/>
            <pc:sldMk cId="1188296041" sldId="257"/>
            <ac:cxnSpMk id="51" creationId="{D8F6B508-F727-8EDA-8952-CEC910567F97}"/>
          </ac:cxnSpMkLst>
        </pc:cxnChg>
        <pc:cxnChg chg="mod">
          <ac:chgData name="Liu Mike" userId="96d2ada0390381a8" providerId="LiveId" clId="{91F00067-D890-4DD8-9D55-94066A893A46}" dt="2025-11-19T12:16:44.713" v="845" actId="1076"/>
          <ac:cxnSpMkLst>
            <pc:docMk/>
            <pc:sldMk cId="1188296041" sldId="257"/>
            <ac:cxnSpMk id="56" creationId="{0B3397BF-0C36-2328-DE2F-C47C91DA15E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178222"/>
            <a:ext cx="16199644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3781306"/>
            <a:ext cx="16199644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506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98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1794830"/>
            <a:ext cx="18629590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4817875"/>
            <a:ext cx="18629590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901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916484"/>
            <a:ext cx="9179798" cy="456789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916484"/>
            <a:ext cx="9179798" cy="456789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434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83297"/>
            <a:ext cx="18629590" cy="139153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1764832"/>
            <a:ext cx="9137611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2629749"/>
            <a:ext cx="9137611" cy="38679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1764832"/>
            <a:ext cx="9182611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2629749"/>
            <a:ext cx="9182611" cy="38679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883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02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516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79954"/>
            <a:ext cx="696640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036569"/>
            <a:ext cx="10934760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159794"/>
            <a:ext cx="696640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423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479954"/>
            <a:ext cx="6966408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036569"/>
            <a:ext cx="10934760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159794"/>
            <a:ext cx="6966408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489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951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383297"/>
            <a:ext cx="4657398" cy="610108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383297"/>
            <a:ext cx="13702199" cy="610108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798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383297"/>
            <a:ext cx="18629590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916484"/>
            <a:ext cx="18629590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6672697"/>
            <a:ext cx="485989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AFD7D-914B-4670-A842-10FF73C28C8E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6672697"/>
            <a:ext cx="728984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6672697"/>
            <a:ext cx="4859893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E42DD-F03D-4DF7-8E6C-51AAF835C4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974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46D39874-47D5-FA8B-64F8-0B2921BB90D6}"/>
              </a:ext>
            </a:extLst>
          </p:cNvPr>
          <p:cNvSpPr/>
          <p:nvPr/>
        </p:nvSpPr>
        <p:spPr>
          <a:xfrm>
            <a:off x="6239304" y="2399771"/>
            <a:ext cx="1119117" cy="1119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D5433F07-196A-72B0-17B6-B85E3114359B}"/>
                  </a:ext>
                </a:extLst>
              </p:cNvPr>
              <p:cNvSpPr/>
              <p:nvPr/>
            </p:nvSpPr>
            <p:spPr>
              <a:xfrm>
                <a:off x="8551810" y="2399771"/>
                <a:ext cx="1119117" cy="111911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𝐄𝐧𝐭𝐞𝐫</m:t>
                          </m:r>
                        </m:e>
                        <m:sub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𝐞𝐧</m:t>
                          </m:r>
                        </m:sub>
                      </m:sSub>
                    </m:oMath>
                  </m:oMathPara>
                </a14:m>
                <a:endParaRPr lang="zh-TW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D5433F07-196A-72B0-17B6-B85E311435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810" y="2399771"/>
                <a:ext cx="1119117" cy="1119117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B6EBA95F-A619-9FC6-AE1B-F31266780154}"/>
                  </a:ext>
                </a:extLst>
              </p:cNvPr>
              <p:cNvSpPr/>
              <p:nvPr/>
            </p:nvSpPr>
            <p:spPr>
              <a:xfrm>
                <a:off x="10864315" y="2399771"/>
                <a:ext cx="1119117" cy="111911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𝐃𝐞𝐩</m:t>
                          </m:r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𝐚</m:t>
                          </m:r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𝐫</m:t>
                          </m:r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</m:t>
                          </m:r>
                        </m:e>
                        <m:sub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𝐞𝐧</m:t>
                          </m:r>
                        </m:sub>
                      </m:sSub>
                    </m:oMath>
                  </m:oMathPara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B6EBA95F-A619-9FC6-AE1B-F31266780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4315" y="2399771"/>
                <a:ext cx="1119117" cy="1119117"/>
              </a:xfrm>
              <a:prstGeom prst="ellipse">
                <a:avLst/>
              </a:prstGeom>
              <a:blipFill>
                <a:blip r:embed="rId3"/>
                <a:stretch>
                  <a:fillRect l="-105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2CE3B1EB-3F42-A78D-08AF-F459F97C2A6B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7358422" y="2959330"/>
            <a:ext cx="1193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513369FB-AA08-F050-C0AF-C9A8A3C99ECA}"/>
                  </a:ext>
                </a:extLst>
              </p:cNvPr>
              <p:cNvSpPr/>
              <p:nvPr/>
            </p:nvSpPr>
            <p:spPr>
              <a:xfrm>
                <a:off x="13176820" y="2399771"/>
                <a:ext cx="1119117" cy="111911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𝐄𝐧𝐭𝐞𝐫</m:t>
                          </m:r>
                        </m:e>
                        <m:sub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𝐬𝐭</m:t>
                          </m:r>
                        </m:sub>
                      </m:sSub>
                    </m:oMath>
                  </m:oMathPara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513369FB-AA08-F050-C0AF-C9A8A3C99E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820" y="2399771"/>
                <a:ext cx="1119117" cy="1119117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橢圓 19">
                <a:extLst>
                  <a:ext uri="{FF2B5EF4-FFF2-40B4-BE49-F238E27FC236}">
                    <a16:creationId xmlns:a16="http://schemas.microsoft.com/office/drawing/2014/main" id="{DB402F04-640B-B8EA-9552-77CE3A0EAD2F}"/>
                  </a:ext>
                </a:extLst>
              </p:cNvPr>
              <p:cNvSpPr/>
              <p:nvPr/>
            </p:nvSpPr>
            <p:spPr>
              <a:xfrm>
                <a:off x="15489326" y="2399771"/>
                <a:ext cx="1119117" cy="111911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𝐃𝐞𝐩𝐚𝐫𝐭</m:t>
                          </m:r>
                        </m:e>
                        <m:sub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𝐬𝐭</m:t>
                          </m:r>
                        </m:sub>
                      </m:sSub>
                    </m:oMath>
                  </m:oMathPara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橢圓 19">
                <a:extLst>
                  <a:ext uri="{FF2B5EF4-FFF2-40B4-BE49-F238E27FC236}">
                    <a16:creationId xmlns:a16="http://schemas.microsoft.com/office/drawing/2014/main" id="{DB402F04-640B-B8EA-9552-77CE3A0EAD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9326" y="2399771"/>
                <a:ext cx="1119117" cy="1119117"/>
              </a:xfrm>
              <a:prstGeom prst="ellipse">
                <a:avLst/>
              </a:prstGeom>
              <a:blipFill>
                <a:blip r:embed="rId5"/>
                <a:stretch>
                  <a:fillRect l="-1058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5373205D-AF67-87BF-22F9-93AD0A1BFAC5}"/>
              </a:ext>
            </a:extLst>
          </p:cNvPr>
          <p:cNvSpPr/>
          <p:nvPr/>
        </p:nvSpPr>
        <p:spPr>
          <a:xfrm>
            <a:off x="17801831" y="2399771"/>
            <a:ext cx="1119117" cy="1119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F62B67D1-B4F5-3852-EC56-C996401531DC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4295937" y="2959330"/>
            <a:ext cx="11933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287A058E-DB1D-E76C-669A-18582A9B0AAC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>
            <a:off x="16608443" y="2959330"/>
            <a:ext cx="1193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8CCD2707-6207-489D-BB52-569CDED1B8B2}"/>
              </a:ext>
            </a:extLst>
          </p:cNvPr>
          <p:cNvCxnSpPr>
            <a:cxnSpLocks/>
            <a:stCxn id="8" idx="6"/>
            <a:endCxn id="19" idx="2"/>
          </p:cNvCxnSpPr>
          <p:nvPr/>
        </p:nvCxnSpPr>
        <p:spPr>
          <a:xfrm>
            <a:off x="11983432" y="2959330"/>
            <a:ext cx="1193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4" name="表格 33">
                <a:extLst>
                  <a:ext uri="{FF2B5EF4-FFF2-40B4-BE49-F238E27FC236}">
                    <a16:creationId xmlns:a16="http://schemas.microsoft.com/office/drawing/2014/main" id="{B85F0B2E-7A82-D861-BB9D-6207FCF8B4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4984097"/>
                  </p:ext>
                </p:extLst>
              </p:nvPr>
            </p:nvGraphicFramePr>
            <p:xfrm>
              <a:off x="2579992" y="2189405"/>
              <a:ext cx="2841147" cy="192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0602">
                      <a:extLst>
                        <a:ext uri="{9D8B030D-6E8A-4147-A177-3AD203B41FA5}">
                          <a16:colId xmlns:a16="http://schemas.microsoft.com/office/drawing/2014/main" val="2629813993"/>
                        </a:ext>
                      </a:extLst>
                    </a:gridCol>
                    <a:gridCol w="1850545">
                      <a:extLst>
                        <a:ext uri="{9D8B030D-6E8A-4147-A177-3AD203B41FA5}">
                          <a16:colId xmlns:a16="http://schemas.microsoft.com/office/drawing/2014/main" val="6007554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State</a:t>
                          </a:r>
                          <a:r>
                            <a:rPr lang="zh-TW" altLang="en-US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7167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𝐀𝐫𝐫𝐢𝐯𝐞</m:t>
                                    </m:r>
                                  </m:e>
                                  <m:sub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𝐞𝐧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++</a:t>
                          </a:r>
                        </a:p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S_en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=BUSY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112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𝐄𝐧𝐭𝐞𝐫</m:t>
                                    </m:r>
                                  </m:e>
                                  <m:sub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𝐞𝐧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6706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𝐃𝐞𝐩𝐚𝐫𝐭</m:t>
                                    </m:r>
                                  </m:e>
                                  <m:sub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𝐞𝐧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--</a:t>
                          </a:r>
                          <a:b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S_en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=IDLE</a:t>
                          </a:r>
                        </a:p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Q_st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++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31670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4" name="表格 33">
                <a:extLst>
                  <a:ext uri="{FF2B5EF4-FFF2-40B4-BE49-F238E27FC236}">
                    <a16:creationId xmlns:a16="http://schemas.microsoft.com/office/drawing/2014/main" id="{B85F0B2E-7A82-D861-BB9D-6207FCF8B4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4984097"/>
                  </p:ext>
                </p:extLst>
              </p:nvPr>
            </p:nvGraphicFramePr>
            <p:xfrm>
              <a:off x="2579992" y="2189405"/>
              <a:ext cx="2841147" cy="1925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0602">
                      <a:extLst>
                        <a:ext uri="{9D8B030D-6E8A-4147-A177-3AD203B41FA5}">
                          <a16:colId xmlns:a16="http://schemas.microsoft.com/office/drawing/2014/main" val="2629813993"/>
                        </a:ext>
                      </a:extLst>
                    </a:gridCol>
                    <a:gridCol w="1850545">
                      <a:extLst>
                        <a:ext uri="{9D8B030D-6E8A-4147-A177-3AD203B41FA5}">
                          <a16:colId xmlns:a16="http://schemas.microsoft.com/office/drawing/2014/main" val="600755475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State</a:t>
                          </a:r>
                          <a:r>
                            <a:rPr lang="zh-TW" altLang="en-US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716738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13" t="-61176" r="-187730" b="-22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++</a:t>
                          </a:r>
                        </a:p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S_en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=BUSY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112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13" t="-224590" r="-187730" b="-2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670621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13" t="-165000" r="-187730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--</a:t>
                          </a:r>
                          <a:b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S_en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=IDLE</a:t>
                          </a:r>
                        </a:p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Q_st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++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31670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表格 34">
                <a:extLst>
                  <a:ext uri="{FF2B5EF4-FFF2-40B4-BE49-F238E27FC236}">
                    <a16:creationId xmlns:a16="http://schemas.microsoft.com/office/drawing/2014/main" id="{B461EA2E-98D2-1E30-00E0-F18D863ACF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5077488"/>
                  </p:ext>
                </p:extLst>
              </p:nvPr>
            </p:nvGraphicFramePr>
            <p:xfrm>
              <a:off x="2579992" y="4799013"/>
              <a:ext cx="335635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3494">
                      <a:extLst>
                        <a:ext uri="{9D8B030D-6E8A-4147-A177-3AD203B41FA5}">
                          <a16:colId xmlns:a16="http://schemas.microsoft.com/office/drawing/2014/main" val="2629813993"/>
                        </a:ext>
                      </a:extLst>
                    </a:gridCol>
                    <a:gridCol w="2902857">
                      <a:extLst>
                        <a:ext uri="{9D8B030D-6E8A-4147-A177-3AD203B41FA5}">
                          <a16:colId xmlns:a16="http://schemas.microsoft.com/office/drawing/2014/main" val="6007554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Conditions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7167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[1]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112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[2]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&amp;&amp;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S_st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==IDLE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7605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 altLang="en-US" sz="14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6706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 altLang="en-US" sz="14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31670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表格 34">
                <a:extLst>
                  <a:ext uri="{FF2B5EF4-FFF2-40B4-BE49-F238E27FC236}">
                    <a16:creationId xmlns:a16="http://schemas.microsoft.com/office/drawing/2014/main" id="{B461EA2E-98D2-1E30-00E0-F18D863ACF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5077488"/>
                  </p:ext>
                </p:extLst>
              </p:nvPr>
            </p:nvGraphicFramePr>
            <p:xfrm>
              <a:off x="2579992" y="4799013"/>
              <a:ext cx="335635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3494">
                      <a:extLst>
                        <a:ext uri="{9D8B030D-6E8A-4147-A177-3AD203B41FA5}">
                          <a16:colId xmlns:a16="http://schemas.microsoft.com/office/drawing/2014/main" val="2629813993"/>
                        </a:ext>
                      </a:extLst>
                    </a:gridCol>
                    <a:gridCol w="2902857">
                      <a:extLst>
                        <a:ext uri="{9D8B030D-6E8A-4147-A177-3AD203B41FA5}">
                          <a16:colId xmlns:a16="http://schemas.microsoft.com/office/drawing/2014/main" val="6007554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Conditions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7167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[1]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112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[2]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5723" t="-201639" r="-419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7605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 altLang="en-US" sz="14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6706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 altLang="en-US" sz="14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316709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D8F6B508-F727-8EDA-8952-CEC910567F97}"/>
              </a:ext>
            </a:extLst>
          </p:cNvPr>
          <p:cNvCxnSpPr/>
          <p:nvPr/>
        </p:nvCxnSpPr>
        <p:spPr>
          <a:xfrm>
            <a:off x="9670927" y="2798814"/>
            <a:ext cx="1193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弧形 53">
            <a:extLst>
              <a:ext uri="{FF2B5EF4-FFF2-40B4-BE49-F238E27FC236}">
                <a16:creationId xmlns:a16="http://schemas.microsoft.com/office/drawing/2014/main" id="{8F1E8E97-C93A-CE72-5ACD-1EC48F0F43C3}"/>
              </a:ext>
            </a:extLst>
          </p:cNvPr>
          <p:cNvSpPr/>
          <p:nvPr/>
        </p:nvSpPr>
        <p:spPr>
          <a:xfrm rot="2700000">
            <a:off x="8726917" y="1804952"/>
            <a:ext cx="768905" cy="768905"/>
          </a:xfrm>
          <a:prstGeom prst="arc">
            <a:avLst>
              <a:gd name="adj1" fmla="val 5375476"/>
              <a:gd name="adj2" fmla="val 0"/>
            </a:avLst>
          </a:prstGeom>
          <a:ln w="28575">
            <a:solidFill>
              <a:schemeClr val="tx1"/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65FDE05F-745A-FF52-3BB0-C5C45982D3C8}"/>
              </a:ext>
            </a:extLst>
          </p:cNvPr>
          <p:cNvSpPr txBox="1"/>
          <p:nvPr/>
        </p:nvSpPr>
        <p:spPr>
          <a:xfrm>
            <a:off x="8699011" y="142932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inter_t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0B3397BF-0C36-2328-DE2F-C47C91DA15E0}"/>
              </a:ext>
            </a:extLst>
          </p:cNvPr>
          <p:cNvCxnSpPr>
            <a:cxnSpLocks/>
          </p:cNvCxnSpPr>
          <p:nvPr/>
        </p:nvCxnSpPr>
        <p:spPr>
          <a:xfrm flipH="1">
            <a:off x="9670927" y="3152065"/>
            <a:ext cx="1193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7D2F373E-C455-46C4-1295-1CEF8ACCC40D}"/>
              </a:ext>
            </a:extLst>
          </p:cNvPr>
          <p:cNvSpPr txBox="1"/>
          <p:nvPr/>
        </p:nvSpPr>
        <p:spPr>
          <a:xfrm>
            <a:off x="9925219" y="244668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exe_t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A082320A-D013-2FDE-4D58-CEAE4A82AFF2}"/>
              </a:ext>
            </a:extLst>
          </p:cNvPr>
          <p:cNvSpPr txBox="1"/>
          <p:nvPr/>
        </p:nvSpPr>
        <p:spPr>
          <a:xfrm>
            <a:off x="10055063" y="3134859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43E8E64E-D572-5FF2-286B-C211B1F2546B}"/>
              </a:ext>
            </a:extLst>
          </p:cNvPr>
          <p:cNvSpPr txBox="1"/>
          <p:nvPr/>
        </p:nvSpPr>
        <p:spPr>
          <a:xfrm>
            <a:off x="14680073" y="256382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DC2D6BDE-A4CC-8C23-3717-181EF683EF69}"/>
              </a:ext>
            </a:extLst>
          </p:cNvPr>
          <p:cNvSpPr txBox="1"/>
          <p:nvPr/>
        </p:nvSpPr>
        <p:spPr>
          <a:xfrm>
            <a:off x="10057724" y="2195461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48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橢圓 3">
                <a:extLst>
                  <a:ext uri="{FF2B5EF4-FFF2-40B4-BE49-F238E27FC236}">
                    <a16:creationId xmlns:a16="http://schemas.microsoft.com/office/drawing/2014/main" id="{46D39874-47D5-FA8B-64F8-0B2921BB90D6}"/>
                  </a:ext>
                </a:extLst>
              </p:cNvPr>
              <p:cNvSpPr/>
              <p:nvPr/>
            </p:nvSpPr>
            <p:spPr>
              <a:xfrm>
                <a:off x="3430790" y="1589236"/>
                <a:ext cx="1119117" cy="111911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𝐀𝐫𝐫𝐢𝐯𝐞</m:t>
                          </m:r>
                        </m:e>
                        <m:sub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𝐞𝐧</m:t>
                          </m:r>
                        </m:sub>
                      </m:sSub>
                    </m:oMath>
                  </m:oMathPara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橢圓 3">
                <a:extLst>
                  <a:ext uri="{FF2B5EF4-FFF2-40B4-BE49-F238E27FC236}">
                    <a16:creationId xmlns:a16="http://schemas.microsoft.com/office/drawing/2014/main" id="{46D39874-47D5-FA8B-64F8-0B2921BB90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790" y="1589236"/>
                <a:ext cx="1119117" cy="1119117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D5433F07-196A-72B0-17B6-B85E3114359B}"/>
                  </a:ext>
                </a:extLst>
              </p:cNvPr>
              <p:cNvSpPr/>
              <p:nvPr/>
            </p:nvSpPr>
            <p:spPr>
              <a:xfrm>
                <a:off x="5743296" y="1589236"/>
                <a:ext cx="1119117" cy="111911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TW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𝐄𝐧</m:t>
                          </m:r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𝐭𝐞𝐫</m:t>
                          </m:r>
                        </m:e>
                        <m:sub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𝐞𝐧</m:t>
                          </m:r>
                        </m:sub>
                      </m:sSub>
                    </m:oMath>
                  </m:oMathPara>
                </a14:m>
                <a:endParaRPr lang="zh-TW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D5433F07-196A-72B0-17B6-B85E311435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296" y="1589236"/>
                <a:ext cx="1119117" cy="1119117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B6EBA95F-A619-9FC6-AE1B-F31266780154}"/>
                  </a:ext>
                </a:extLst>
              </p:cNvPr>
              <p:cNvSpPr/>
              <p:nvPr/>
            </p:nvSpPr>
            <p:spPr>
              <a:xfrm>
                <a:off x="8055801" y="1589236"/>
                <a:ext cx="1119117" cy="111911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𝐃𝐞𝐩</m:t>
                          </m:r>
                          <m:r>
                            <a:rPr lang="en-US" altLang="zh-TW" b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𝐚𝐫𝐭</m:t>
                          </m:r>
                        </m:e>
                        <m:sub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𝐞𝐧</m:t>
                          </m:r>
                        </m:sub>
                      </m:sSub>
                    </m:oMath>
                  </m:oMathPara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B6EBA95F-A619-9FC6-AE1B-F31266780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801" y="1589236"/>
                <a:ext cx="1119117" cy="1119117"/>
              </a:xfrm>
              <a:prstGeom prst="ellipse">
                <a:avLst/>
              </a:prstGeom>
              <a:blipFill>
                <a:blip r:embed="rId4"/>
                <a:stretch>
                  <a:fillRect l="-105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2CE3B1EB-3F42-A78D-08AF-F459F97C2A6B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4549908" y="2148795"/>
            <a:ext cx="1193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513369FB-AA08-F050-C0AF-C9A8A3C99ECA}"/>
                  </a:ext>
                </a:extLst>
              </p:cNvPr>
              <p:cNvSpPr/>
              <p:nvPr/>
            </p:nvSpPr>
            <p:spPr>
              <a:xfrm>
                <a:off x="5763465" y="3599656"/>
                <a:ext cx="1119117" cy="111911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TW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𝐄𝐧𝐭</m:t>
                          </m:r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𝐞𝐫</m:t>
                          </m:r>
                        </m:e>
                        <m:sub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𝐬</m:t>
                          </m:r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</m:t>
                          </m:r>
                        </m:sub>
                      </m:sSub>
                    </m:oMath>
                  </m:oMathPara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513369FB-AA08-F050-C0AF-C9A8A3C99E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465" y="3599656"/>
                <a:ext cx="1119117" cy="111911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橢圓 19">
                <a:extLst>
                  <a:ext uri="{FF2B5EF4-FFF2-40B4-BE49-F238E27FC236}">
                    <a16:creationId xmlns:a16="http://schemas.microsoft.com/office/drawing/2014/main" id="{DB402F04-640B-B8EA-9552-77CE3A0EAD2F}"/>
                  </a:ext>
                </a:extLst>
              </p:cNvPr>
              <p:cNvSpPr/>
              <p:nvPr/>
            </p:nvSpPr>
            <p:spPr>
              <a:xfrm>
                <a:off x="8075971" y="3599656"/>
                <a:ext cx="1119117" cy="111911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𝐃𝐞𝐩𝐚𝐫𝐭</m:t>
                          </m:r>
                        </m:e>
                        <m:sub>
                          <m:r>
                            <a:rPr lang="en-US" altLang="zh-TW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𝐬𝐭</m:t>
                          </m:r>
                        </m:sub>
                      </m:sSub>
                    </m:oMath>
                  </m:oMathPara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橢圓 19">
                <a:extLst>
                  <a:ext uri="{FF2B5EF4-FFF2-40B4-BE49-F238E27FC236}">
                    <a16:creationId xmlns:a16="http://schemas.microsoft.com/office/drawing/2014/main" id="{DB402F04-640B-B8EA-9552-77CE3A0EAD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971" y="3599656"/>
                <a:ext cx="1119117" cy="1119117"/>
              </a:xfrm>
              <a:prstGeom prst="ellipse">
                <a:avLst/>
              </a:prstGeom>
              <a:blipFill>
                <a:blip r:embed="rId6"/>
                <a:stretch>
                  <a:fillRect l="-1587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8CCD2707-6207-489D-BB52-569CDED1B8B2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4570077" y="4159215"/>
            <a:ext cx="1193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4" name="表格 33">
                <a:extLst>
                  <a:ext uri="{FF2B5EF4-FFF2-40B4-BE49-F238E27FC236}">
                    <a16:creationId xmlns:a16="http://schemas.microsoft.com/office/drawing/2014/main" id="{B85F0B2E-7A82-D861-BB9D-6207FCF8B4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2515725"/>
                  </p:ext>
                </p:extLst>
              </p:nvPr>
            </p:nvGraphicFramePr>
            <p:xfrm>
              <a:off x="15498334" y="1894293"/>
              <a:ext cx="2841147" cy="2824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0602">
                      <a:extLst>
                        <a:ext uri="{9D8B030D-6E8A-4147-A177-3AD203B41FA5}">
                          <a16:colId xmlns:a16="http://schemas.microsoft.com/office/drawing/2014/main" val="2629813993"/>
                        </a:ext>
                      </a:extLst>
                    </a:gridCol>
                    <a:gridCol w="1850545">
                      <a:extLst>
                        <a:ext uri="{9D8B030D-6E8A-4147-A177-3AD203B41FA5}">
                          <a16:colId xmlns:a16="http://schemas.microsoft.com/office/drawing/2014/main" val="6007554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State</a:t>
                          </a:r>
                          <a:r>
                            <a:rPr lang="zh-TW" altLang="en-US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7167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𝐀𝐫𝐫𝐢𝐯𝐞</m:t>
                                    </m:r>
                                  </m:e>
                                  <m:sub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𝐞𝐧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112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𝐄𝐧𝐭𝐞𝐫</m:t>
                                    </m:r>
                                  </m:e>
                                  <m:sub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𝐞𝐧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BUSY</a:t>
                          </a:r>
                        </a:p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––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6706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𝐃𝐞𝐩𝐚𝐫𝐭</m:t>
                                    </m:r>
                                  </m:e>
                                  <m:sub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𝐞𝐧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IDLE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31670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𝐀𝐫𝐫𝐢𝐯𝐞</m:t>
                                    </m:r>
                                  </m:e>
                                  <m:sub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𝐬𝐭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Q_st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40666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𝐄𝐧𝐭𝐞𝐫</m:t>
                                    </m:r>
                                  </m:e>
                                  <m:sub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𝐬𝐭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S_st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BUSY</a:t>
                          </a:r>
                        </a:p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Q_st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637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𝐃𝐞𝐩𝐚𝐫𝐭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b="1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S_st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IDLE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9664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4" name="表格 33">
                <a:extLst>
                  <a:ext uri="{FF2B5EF4-FFF2-40B4-BE49-F238E27FC236}">
                    <a16:creationId xmlns:a16="http://schemas.microsoft.com/office/drawing/2014/main" id="{B85F0B2E-7A82-D861-BB9D-6207FCF8B4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2515725"/>
                  </p:ext>
                </p:extLst>
              </p:nvPr>
            </p:nvGraphicFramePr>
            <p:xfrm>
              <a:off x="15498334" y="1894293"/>
              <a:ext cx="2841147" cy="2824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0602">
                      <a:extLst>
                        <a:ext uri="{9D8B030D-6E8A-4147-A177-3AD203B41FA5}">
                          <a16:colId xmlns:a16="http://schemas.microsoft.com/office/drawing/2014/main" val="2629813993"/>
                        </a:ext>
                      </a:extLst>
                    </a:gridCol>
                    <a:gridCol w="1850545">
                      <a:extLst>
                        <a:ext uri="{9D8B030D-6E8A-4147-A177-3AD203B41FA5}">
                          <a16:colId xmlns:a16="http://schemas.microsoft.com/office/drawing/2014/main" val="600755475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State</a:t>
                          </a:r>
                          <a:r>
                            <a:rPr lang="zh-TW" altLang="en-US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7167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613" t="-83607" r="-187730" b="-586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1126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613" t="-130233" r="-187730" b="-316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BUSY</a:t>
                          </a:r>
                        </a:p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––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6706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613" t="-324590" r="-187730" b="-345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IDLE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31670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613" t="-424590" r="-187730" b="-245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Q_st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++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4406660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613" t="-376471" r="-187730" b="-7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S_st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BUSY</a:t>
                          </a:r>
                        </a:p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Q_st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–=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637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613" t="-663934" r="-187730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S_st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IDLE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9664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表格 34">
                <a:extLst>
                  <a:ext uri="{FF2B5EF4-FFF2-40B4-BE49-F238E27FC236}">
                    <a16:creationId xmlns:a16="http://schemas.microsoft.com/office/drawing/2014/main" id="{B461EA2E-98D2-1E30-00E0-F18D863ACF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7638266"/>
                  </p:ext>
                </p:extLst>
              </p:nvPr>
            </p:nvGraphicFramePr>
            <p:xfrm>
              <a:off x="11898234" y="1988279"/>
              <a:ext cx="335635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3494">
                      <a:extLst>
                        <a:ext uri="{9D8B030D-6E8A-4147-A177-3AD203B41FA5}">
                          <a16:colId xmlns:a16="http://schemas.microsoft.com/office/drawing/2014/main" val="2629813993"/>
                        </a:ext>
                      </a:extLst>
                    </a:gridCol>
                    <a:gridCol w="2902857">
                      <a:extLst>
                        <a:ext uri="{9D8B030D-6E8A-4147-A177-3AD203B41FA5}">
                          <a16:colId xmlns:a16="http://schemas.microsoft.com/office/drawing/2014/main" val="6007554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Conditions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7167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[1]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IDLE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112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[2]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7605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[3]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Q_st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&amp;&amp;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S_st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IDLE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6706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[4]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Q_st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≥</m:t>
                              </m:r>
                            </m:oMath>
                          </a14:m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31670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表格 34">
                <a:extLst>
                  <a:ext uri="{FF2B5EF4-FFF2-40B4-BE49-F238E27FC236}">
                    <a16:creationId xmlns:a16="http://schemas.microsoft.com/office/drawing/2014/main" id="{B461EA2E-98D2-1E30-00E0-F18D863ACF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7638266"/>
                  </p:ext>
                </p:extLst>
              </p:nvPr>
            </p:nvGraphicFramePr>
            <p:xfrm>
              <a:off x="11898234" y="1988279"/>
              <a:ext cx="335635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3494">
                      <a:extLst>
                        <a:ext uri="{9D8B030D-6E8A-4147-A177-3AD203B41FA5}">
                          <a16:colId xmlns:a16="http://schemas.microsoft.com/office/drawing/2014/main" val="2629813993"/>
                        </a:ext>
                      </a:extLst>
                    </a:gridCol>
                    <a:gridCol w="2902857">
                      <a:extLst>
                        <a:ext uri="{9D8B030D-6E8A-4147-A177-3AD203B41FA5}">
                          <a16:colId xmlns:a16="http://schemas.microsoft.com/office/drawing/2014/main" val="6007554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Conditions</a:t>
                          </a:r>
                          <a:endParaRPr lang="zh-TW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171673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[1]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599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==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IDLE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112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[2]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Q_en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&gt;</a:t>
                          </a:r>
                          <a:r>
                            <a:rPr lang="zh-TW" altLang="en-US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7605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[3]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5933" t="-301639" r="-419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67062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14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[4]</a:t>
                          </a:r>
                          <a:endParaRPr lang="zh-TW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5933" t="-401639" r="-419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316709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D8F6B508-F727-8EDA-8952-CEC910567F97}"/>
              </a:ext>
            </a:extLst>
          </p:cNvPr>
          <p:cNvCxnSpPr/>
          <p:nvPr/>
        </p:nvCxnSpPr>
        <p:spPr>
          <a:xfrm>
            <a:off x="6862413" y="1988279"/>
            <a:ext cx="1193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弧形 53">
            <a:extLst>
              <a:ext uri="{FF2B5EF4-FFF2-40B4-BE49-F238E27FC236}">
                <a16:creationId xmlns:a16="http://schemas.microsoft.com/office/drawing/2014/main" id="{8F1E8E97-C93A-CE72-5ACD-1EC48F0F43C3}"/>
              </a:ext>
            </a:extLst>
          </p:cNvPr>
          <p:cNvSpPr/>
          <p:nvPr/>
        </p:nvSpPr>
        <p:spPr>
          <a:xfrm rot="2700000">
            <a:off x="3590035" y="994417"/>
            <a:ext cx="768905" cy="768905"/>
          </a:xfrm>
          <a:prstGeom prst="arc">
            <a:avLst>
              <a:gd name="adj1" fmla="val 5375476"/>
              <a:gd name="adj2" fmla="val 0"/>
            </a:avLst>
          </a:prstGeom>
          <a:ln w="28575">
            <a:solidFill>
              <a:schemeClr val="tx1"/>
            </a:solidFill>
            <a:head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65FDE05F-745A-FF52-3BB0-C5C45982D3C8}"/>
              </a:ext>
            </a:extLst>
          </p:cNvPr>
          <p:cNvSpPr txBox="1"/>
          <p:nvPr/>
        </p:nvSpPr>
        <p:spPr>
          <a:xfrm>
            <a:off x="3562129" y="618785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inter_t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0B3397BF-0C36-2328-DE2F-C47C91DA15E0}"/>
              </a:ext>
            </a:extLst>
          </p:cNvPr>
          <p:cNvCxnSpPr>
            <a:cxnSpLocks/>
          </p:cNvCxnSpPr>
          <p:nvPr/>
        </p:nvCxnSpPr>
        <p:spPr>
          <a:xfrm flipH="1">
            <a:off x="6862413" y="2341530"/>
            <a:ext cx="1193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7D2F373E-C455-46C4-1295-1CEF8ACCC40D}"/>
              </a:ext>
            </a:extLst>
          </p:cNvPr>
          <p:cNvSpPr txBox="1"/>
          <p:nvPr/>
        </p:nvSpPr>
        <p:spPr>
          <a:xfrm>
            <a:off x="7116705" y="1636154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en_t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A082320A-D013-2FDE-4D58-CEAE4A82AFF2}"/>
              </a:ext>
            </a:extLst>
          </p:cNvPr>
          <p:cNvSpPr txBox="1"/>
          <p:nvPr/>
        </p:nvSpPr>
        <p:spPr>
          <a:xfrm>
            <a:off x="7246549" y="2324324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DC2D6BDE-A4CC-8C23-3717-181EF683EF69}"/>
              </a:ext>
            </a:extLst>
          </p:cNvPr>
          <p:cNvSpPr txBox="1"/>
          <p:nvPr/>
        </p:nvSpPr>
        <p:spPr>
          <a:xfrm>
            <a:off x="4937962" y="1819002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01347EC3-854B-3C65-6C88-BA1A16C266EB}"/>
              </a:ext>
            </a:extLst>
          </p:cNvPr>
          <p:cNvSpPr/>
          <p:nvPr/>
        </p:nvSpPr>
        <p:spPr>
          <a:xfrm>
            <a:off x="1118283" y="1589236"/>
            <a:ext cx="1119117" cy="1119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F431D74E-8BCD-2001-9F68-F85168CCEDF4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2237400" y="2148795"/>
            <a:ext cx="11933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A5498E78-F6B6-D206-EF43-A629544440B7}"/>
                  </a:ext>
                </a:extLst>
              </p:cNvPr>
              <p:cNvSpPr/>
              <p:nvPr/>
            </p:nvSpPr>
            <p:spPr>
              <a:xfrm>
                <a:off x="3430790" y="3599656"/>
                <a:ext cx="1119117" cy="111911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TW" alt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TW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𝐀𝐫𝐫𝐢𝐯𝐞</m:t>
                          </m:r>
                        </m:e>
                        <m:sub>
                          <m:r>
                            <a:rPr lang="en-US" altLang="zh-TW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𝐬𝐭</m:t>
                          </m:r>
                        </m:sub>
                      </m:sSub>
                    </m:oMath>
                  </m:oMathPara>
                </a14:m>
                <a:endParaRPr lang="zh-TW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A5498E78-F6B6-D206-EF43-A629544440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790" y="3599656"/>
                <a:ext cx="1119117" cy="111911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092357F1-14B9-6707-9CFA-7CDEA8F7F130}"/>
              </a:ext>
            </a:extLst>
          </p:cNvPr>
          <p:cNvCxnSpPr/>
          <p:nvPr/>
        </p:nvCxnSpPr>
        <p:spPr>
          <a:xfrm>
            <a:off x="6906892" y="3998699"/>
            <a:ext cx="1193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D52451C-A56C-741B-92DE-1581FC0C4C04}"/>
              </a:ext>
            </a:extLst>
          </p:cNvPr>
          <p:cNvCxnSpPr>
            <a:cxnSpLocks/>
          </p:cNvCxnSpPr>
          <p:nvPr/>
        </p:nvCxnSpPr>
        <p:spPr>
          <a:xfrm flipH="1">
            <a:off x="6906892" y="4351950"/>
            <a:ext cx="1193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06C1817-A152-AE4F-5694-228BEC802D53}"/>
              </a:ext>
            </a:extLst>
          </p:cNvPr>
          <p:cNvSpPr txBox="1"/>
          <p:nvPr/>
        </p:nvSpPr>
        <p:spPr>
          <a:xfrm>
            <a:off x="7161184" y="364657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st_t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5ECCDE9-BEDD-1577-1C4D-1F6566563B0A}"/>
              </a:ext>
            </a:extLst>
          </p:cNvPr>
          <p:cNvSpPr txBox="1"/>
          <p:nvPr/>
        </p:nvSpPr>
        <p:spPr>
          <a:xfrm>
            <a:off x="7291028" y="4334744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D7A08B54-1918-461D-DBC4-41C1EDE9E362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H="1">
            <a:off x="3430790" y="2148795"/>
            <a:ext cx="5744128" cy="2010420"/>
          </a:xfrm>
          <a:prstGeom prst="bentConnector5">
            <a:avLst>
              <a:gd name="adj1" fmla="val -3980"/>
              <a:gd name="adj2" fmla="val 50000"/>
              <a:gd name="adj3" fmla="val 10508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23D0B75-410C-65F0-0A29-29A815FD6DF6}"/>
              </a:ext>
            </a:extLst>
          </p:cNvPr>
          <p:cNvSpPr txBox="1"/>
          <p:nvPr/>
        </p:nvSpPr>
        <p:spPr>
          <a:xfrm>
            <a:off x="4937962" y="3763711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296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416</TotalTime>
  <Words>191</Words>
  <Application>Microsoft Office PowerPoint</Application>
  <PresentationFormat>自訂</PresentationFormat>
  <Paragraphs>62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 Mike</dc:creator>
  <cp:lastModifiedBy>Liu Mike</cp:lastModifiedBy>
  <cp:revision>1</cp:revision>
  <dcterms:created xsi:type="dcterms:W3CDTF">2025-11-19T06:26:00Z</dcterms:created>
  <dcterms:modified xsi:type="dcterms:W3CDTF">2025-11-19T13:22:16Z</dcterms:modified>
</cp:coreProperties>
</file>